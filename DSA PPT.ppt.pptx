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8" d="100"/>
          <a:sy n="98" d="100"/>
        </p:scale>
        <p:origin x="110"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ojitha reddy" userId="1da179f134d8e187" providerId="LiveId" clId="{87B0EC48-9DBF-488B-9E80-992DDEBF2E47}"/>
    <pc:docChg chg="modSld">
      <pc:chgData name="poojitha reddy" userId="1da179f134d8e187" providerId="LiveId" clId="{87B0EC48-9DBF-488B-9E80-992DDEBF2E47}" dt="2026-09-12T06:57:08.621" v="18" actId="20577"/>
      <pc:docMkLst>
        <pc:docMk/>
      </pc:docMkLst>
      <pc:sldChg chg="modSp mod">
        <pc:chgData name="poojitha reddy" userId="1da179f134d8e187" providerId="LiveId" clId="{87B0EC48-9DBF-488B-9E80-992DDEBF2E47}" dt="2026-09-12T06:57:08.621" v="18" actId="20577"/>
        <pc:sldMkLst>
          <pc:docMk/>
          <pc:sldMk cId="0" sldId="256"/>
        </pc:sldMkLst>
        <pc:spChg chg="mod">
          <ac:chgData name="poojitha reddy" userId="1da179f134d8e187" providerId="LiveId" clId="{87B0EC48-9DBF-488B-9E80-992DDEBF2E47}" dt="2026-09-12T06:57:08.621" v="18" actId="20577"/>
          <ac:spMkLst>
            <pc:docMk/>
            <pc:sldMk cId="0" sldId="256"/>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29077" y="637006"/>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Title of the project</a:t>
            </a:r>
          </a:p>
        </p:txBody>
      </p:sp>
      <p:sp>
        <p:nvSpPr>
          <p:cNvPr id="3" name="Subtitle 2"/>
          <p:cNvSpPr>
            <a:spLocks noGrp="1"/>
          </p:cNvSpPr>
          <p:nvPr>
            <p:ph type="subTitle" idx="1"/>
          </p:nvPr>
        </p:nvSpPr>
        <p:spPr>
          <a:xfrm>
            <a:off x="3895021" y="3146201"/>
            <a:ext cx="4551284" cy="1396014"/>
          </a:xfrm>
        </p:spPr>
        <p:txBody>
          <a:bodyPr/>
          <a:lstStyle/>
          <a:p>
            <a:r>
              <a:rPr lang="en-US" dirty="0">
                <a:solidFill>
                  <a:srgbClr val="0070C0"/>
                </a:solidFill>
              </a:rPr>
              <a:t>Team Members</a:t>
            </a: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Poojitha:2520030110</a:t>
            </a:r>
          </a:p>
          <a:p>
            <a:pPr marL="171450" algn="ctr">
              <a:lnSpc>
                <a:spcPct val="107000"/>
              </a:lnSpc>
              <a:spcAft>
                <a:spcPts val="800"/>
              </a:spcAft>
            </a:pPr>
            <a:r>
              <a:rPr lang="en-US" sz="18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Aashritha:2520030178</a:t>
            </a: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Nikhitha</a:t>
            </a:r>
            <a:r>
              <a:rPr lang="en-US" sz="18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:2520030033</a:t>
            </a: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IN" sz="1800" b="1" kern="0">
                <a:solidFill>
                  <a:srgbClr val="000000"/>
                </a:solidFill>
                <a:latin typeface="Times New Roman" panose="02020603050405020304" pitchFamily="18" charset="0"/>
                <a:ea typeface="Times New Roman" panose="02020603050405020304" pitchFamily="18" charset="0"/>
                <a:cs typeface="Gautami" panose="020B0502040204020203" pitchFamily="34" charset="0"/>
              </a:rPr>
              <a:t>Sirisha</a:t>
            </a:r>
          </a:p>
          <a:p>
            <a:pPr algn="ctr">
              <a:lnSpc>
                <a:spcPct val="107000"/>
              </a:lnSpc>
              <a:spcAft>
                <a:spcPts val="800"/>
              </a:spcAft>
            </a:pPr>
            <a:endParaRPr lang="en-IN"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algn="ctr">
              <a:lnSpc>
                <a:spcPct val="107000"/>
              </a:lnSpc>
              <a:spcAft>
                <a:spcPts val="800"/>
              </a:spcAft>
            </a:pP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2F4245EF-2CB7-2298-4051-8A5FFADBBC5F}"/>
              </a:ext>
            </a:extLst>
          </p:cNvPr>
          <p:cNvSpPr txBox="1"/>
          <p:nvPr/>
        </p:nvSpPr>
        <p:spPr>
          <a:xfrm>
            <a:off x="758094" y="1436147"/>
            <a:ext cx="10042768" cy="3985706"/>
          </a:xfrm>
          <a:prstGeom prst="rect">
            <a:avLst/>
          </a:prstGeom>
          <a:noFill/>
        </p:spPr>
        <p:txBody>
          <a:bodyPr wrap="square">
            <a:spAutoFit/>
          </a:bodyPr>
          <a:lstStyle/>
          <a:p>
            <a:pPr marL="342900" indent="-342900">
              <a:buFont typeface="Arial" panose="020B0604020202020204" pitchFamily="34" charset="0"/>
              <a:buChar char="•"/>
            </a:pPr>
            <a:r>
              <a:rPr lang="en-IN" sz="2300" dirty="0"/>
              <a:t>The Event Management System is designed to provide a simple and efficient platform for managing events digitally.</a:t>
            </a:r>
          </a:p>
          <a:p>
            <a:pPr marL="342900" indent="-342900">
              <a:buFont typeface="Arial" panose="020B0604020202020204" pitchFamily="34" charset="0"/>
              <a:buChar char="•"/>
            </a:pPr>
            <a:r>
              <a:rPr lang="en-IN" sz="2300" dirty="0"/>
              <a:t> It allows users to view available events, check event details, monitor crowd levels, and create personalized schedules.</a:t>
            </a:r>
          </a:p>
          <a:p>
            <a:pPr marL="342900" indent="-342900">
              <a:buFont typeface="Arial" panose="020B0604020202020204" pitchFamily="34" charset="0"/>
              <a:buChar char="•"/>
            </a:pPr>
            <a:r>
              <a:rPr lang="en-IN" sz="2300" dirty="0"/>
              <a:t> The system helps organizers manage event information, bookings, and participant details effectively. </a:t>
            </a:r>
          </a:p>
          <a:p>
            <a:pPr marL="342900" indent="-342900">
              <a:buFont typeface="Arial" panose="020B0604020202020204" pitchFamily="34" charset="0"/>
              <a:buChar char="•"/>
            </a:pPr>
            <a:r>
              <a:rPr lang="en-IN" sz="2300" dirty="0"/>
              <a:t>Data Structures and Algorithms such as AVL Trees, Graphs, Heaps, and Greedy Algorithms can be used to improve searching, scheduling, route planning, and event ranking. </a:t>
            </a:r>
          </a:p>
          <a:p>
            <a:pPr marL="342900" indent="-342900">
              <a:buFont typeface="Arial" panose="020B0604020202020204" pitchFamily="34" charset="0"/>
              <a:buChar char="•"/>
            </a:pPr>
            <a:r>
              <a:rPr lang="en-IN" sz="2300" dirty="0"/>
              <a:t>This system reduces manual work, avoids scheduling conflicts, and improves the overall event management process.</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TextBox 4">
            <a:extLst>
              <a:ext uri="{FF2B5EF4-FFF2-40B4-BE49-F238E27FC236}">
                <a16:creationId xmlns:a16="http://schemas.microsoft.com/office/drawing/2014/main" id="{6BB6D943-CF70-37B6-ABE2-74768642904F}"/>
              </a:ext>
            </a:extLst>
          </p:cNvPr>
          <p:cNvSpPr txBox="1"/>
          <p:nvPr/>
        </p:nvSpPr>
        <p:spPr>
          <a:xfrm>
            <a:off x="828429" y="1128825"/>
            <a:ext cx="9472247" cy="4339650"/>
          </a:xfrm>
          <a:prstGeom prst="rect">
            <a:avLst/>
          </a:prstGeom>
          <a:noFill/>
        </p:spPr>
        <p:txBody>
          <a:bodyPr wrap="square">
            <a:spAutoFit/>
          </a:bodyPr>
          <a:lstStyle/>
          <a:p>
            <a:pPr marL="285750" indent="-285750">
              <a:buFont typeface="Arial" panose="020B0604020202020204" pitchFamily="34" charset="0"/>
              <a:buChar char="•"/>
            </a:pPr>
            <a:endParaRPr lang="en-IN" sz="2300" dirty="0"/>
          </a:p>
          <a:p>
            <a:pPr marL="285750" indent="-285750">
              <a:buFont typeface="Arial" panose="020B0604020202020204" pitchFamily="34" charset="0"/>
              <a:buChar char="•"/>
            </a:pPr>
            <a:r>
              <a:rPr lang="en-IN" sz="2300" dirty="0"/>
              <a:t>The Event Management System is a digital platform designed to simplify the process of planning and managing events.</a:t>
            </a:r>
          </a:p>
          <a:p>
            <a:pPr marL="285750" indent="-285750">
              <a:buFont typeface="Arial" panose="020B0604020202020204" pitchFamily="34" charset="0"/>
              <a:buChar char="•"/>
            </a:pPr>
            <a:r>
              <a:rPr lang="en-IN" sz="2300" dirty="0"/>
              <a:t> It allows users to view event details, check schedules, and register or book events easily. </a:t>
            </a:r>
          </a:p>
          <a:p>
            <a:pPr marL="285750" indent="-285750">
              <a:buFont typeface="Arial" panose="020B0604020202020204" pitchFamily="34" charset="0"/>
              <a:buChar char="•"/>
            </a:pPr>
            <a:r>
              <a:rPr lang="en-IN" sz="2300" dirty="0"/>
              <a:t>Organizers can efficiently manage event information, participants, and bookings.</a:t>
            </a:r>
          </a:p>
          <a:p>
            <a:pPr marL="285750" indent="-285750">
              <a:buFont typeface="Arial" panose="020B0604020202020204" pitchFamily="34" charset="0"/>
              <a:buChar char="•"/>
            </a:pPr>
            <a:r>
              <a:rPr lang="en-IN" sz="2300" dirty="0"/>
              <a:t> The system reduces manual work and helps avoid scheduling conflicts. </a:t>
            </a:r>
          </a:p>
          <a:p>
            <a:pPr marL="285750" indent="-285750">
              <a:buFont typeface="Arial" panose="020B0604020202020204" pitchFamily="34" charset="0"/>
              <a:buChar char="•"/>
            </a:pPr>
            <a:r>
              <a:rPr lang="en-IN" sz="2300" dirty="0"/>
              <a:t>It also improves event organization through features such as crowd monitoring and smart scheduling.</a:t>
            </a:r>
          </a:p>
          <a:p>
            <a:pPr marL="285750" indent="-285750">
              <a:buFont typeface="Arial" panose="020B0604020202020204" pitchFamily="34" charset="0"/>
              <a:buChar char="•"/>
            </a:pPr>
            <a:r>
              <a:rPr lang="en-IN" sz="2300" dirty="0"/>
              <a:t> Overall, the system provides a simple, efficient, and user-friendly solution for modern event management.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5" name="TextBox 4">
            <a:extLst>
              <a:ext uri="{FF2B5EF4-FFF2-40B4-BE49-F238E27FC236}">
                <a16:creationId xmlns:a16="http://schemas.microsoft.com/office/drawing/2014/main" id="{6ED23EE4-2E74-0F9E-D0CF-695FC3CDEAFD}"/>
              </a:ext>
            </a:extLst>
          </p:cNvPr>
          <p:cNvSpPr txBox="1"/>
          <p:nvPr/>
        </p:nvSpPr>
        <p:spPr>
          <a:xfrm>
            <a:off x="1031630" y="1534965"/>
            <a:ext cx="8721970" cy="3631763"/>
          </a:xfrm>
          <a:prstGeom prst="rect">
            <a:avLst/>
          </a:prstGeom>
          <a:noFill/>
        </p:spPr>
        <p:txBody>
          <a:bodyPr wrap="square">
            <a:spAutoFit/>
          </a:bodyPr>
          <a:lstStyle/>
          <a:p>
            <a:pPr marL="342900" indent="-342900">
              <a:buFont typeface="Arial" panose="020B0604020202020204" pitchFamily="34" charset="0"/>
              <a:buChar char="•"/>
            </a:pPr>
            <a:r>
              <a:rPr lang="en-IN" sz="2300" dirty="0"/>
              <a:t>Existing event management systems provide features such as event registration, ticket booking, schedule management, and participant tracking.</a:t>
            </a:r>
          </a:p>
          <a:p>
            <a:pPr marL="342900" indent="-342900">
              <a:buFont typeface="Arial" panose="020B0604020202020204" pitchFamily="34" charset="0"/>
              <a:buChar char="•"/>
            </a:pPr>
            <a:r>
              <a:rPr lang="en-IN" sz="2300" dirty="0"/>
              <a:t> However, many traditional systems mainly focus on basic event and booking management. </a:t>
            </a:r>
          </a:p>
          <a:p>
            <a:pPr marL="342900" indent="-342900">
              <a:buFont typeface="Arial" panose="020B0604020202020204" pitchFamily="34" charset="0"/>
              <a:buChar char="•"/>
            </a:pPr>
            <a:r>
              <a:rPr lang="en-IN" sz="2300" dirty="0"/>
              <a:t>The proposed system improves the process by providing digital event management, ticket availability checking, crowd monitoring, and schedule organization.</a:t>
            </a:r>
          </a:p>
          <a:p>
            <a:pPr marL="342900" indent="-342900">
              <a:buFont typeface="Arial" panose="020B0604020202020204" pitchFamily="34" charset="0"/>
              <a:buChar char="•"/>
            </a:pPr>
            <a:r>
              <a:rPr lang="en-IN" sz="2300" dirty="0"/>
              <a:t> It helps reduce manual work, avoid scheduling conflicts, and improve the overall event management experience.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5" name="TextBox 4">
            <a:extLst>
              <a:ext uri="{FF2B5EF4-FFF2-40B4-BE49-F238E27FC236}">
                <a16:creationId xmlns:a16="http://schemas.microsoft.com/office/drawing/2014/main" id="{B00DE485-F62A-F55E-67D7-586064C4E470}"/>
              </a:ext>
            </a:extLst>
          </p:cNvPr>
          <p:cNvSpPr txBox="1"/>
          <p:nvPr/>
        </p:nvSpPr>
        <p:spPr>
          <a:xfrm>
            <a:off x="875324" y="1175329"/>
            <a:ext cx="9745784" cy="5170646"/>
          </a:xfrm>
          <a:prstGeom prst="rect">
            <a:avLst/>
          </a:prstGeom>
          <a:noFill/>
        </p:spPr>
        <p:txBody>
          <a:bodyPr wrap="square">
            <a:spAutoFit/>
          </a:bodyPr>
          <a:lstStyle/>
          <a:p>
            <a:r>
              <a:rPr lang="en-IN" sz="2200" dirty="0"/>
              <a:t>Problem Statement:</a:t>
            </a:r>
          </a:p>
          <a:p>
            <a:r>
              <a:rPr lang="en-IN" sz="2200" dirty="0"/>
              <a:t>Managing events manually can be difficult and time-consuming. Organizers may face problems in handling event details, participant registrations, bookings, schedules, and crowd management. Manual systems can also lead to scheduling conflicts and inefficient event organization. Therefore, the Event Management System is developed to provide a digital and efficient solution for managing events.</a:t>
            </a:r>
          </a:p>
          <a:p>
            <a:endParaRPr lang="en-IN" sz="2200" dirty="0"/>
          </a:p>
          <a:p>
            <a:r>
              <a:rPr lang="en-IN" sz="2200" dirty="0"/>
              <a:t>Objectives:</a:t>
            </a:r>
          </a:p>
          <a:p>
            <a:pPr marL="342900" indent="-342900">
              <a:buFont typeface="Arial" panose="020B0604020202020204" pitchFamily="34" charset="0"/>
              <a:buChar char="•"/>
            </a:pPr>
            <a:r>
              <a:rPr lang="en-IN" sz="2200" dirty="0"/>
              <a:t>To provide a simple platform for managing event details digitally.</a:t>
            </a:r>
          </a:p>
          <a:p>
            <a:pPr marL="342900" indent="-342900">
              <a:buFont typeface="Arial" panose="020B0604020202020204" pitchFamily="34" charset="0"/>
              <a:buChar char="•"/>
            </a:pPr>
            <a:r>
              <a:rPr lang="en-IN" sz="2200" dirty="0"/>
              <a:t>To allow users to view, register, and book events easily.</a:t>
            </a:r>
          </a:p>
          <a:p>
            <a:pPr marL="342900" indent="-342900">
              <a:buFont typeface="Arial" panose="020B0604020202020204" pitchFamily="34" charset="0"/>
              <a:buChar char="•"/>
            </a:pPr>
            <a:r>
              <a:rPr lang="en-IN" sz="2200" dirty="0"/>
              <a:t>To manage participant details and event schedules efficiently.</a:t>
            </a:r>
          </a:p>
          <a:p>
            <a:pPr marL="342900" indent="-342900">
              <a:buFont typeface="Arial" panose="020B0604020202020204" pitchFamily="34" charset="0"/>
              <a:buChar char="•"/>
            </a:pPr>
            <a:r>
              <a:rPr lang="en-IN" sz="2200" dirty="0"/>
              <a:t>To reduce scheduling conflicts and manual work.</a:t>
            </a:r>
          </a:p>
          <a:p>
            <a:pPr marL="342900" indent="-342900">
              <a:buFont typeface="Arial" panose="020B0604020202020204" pitchFamily="34" charset="0"/>
              <a:buChar char="•"/>
            </a:pPr>
            <a:r>
              <a:rPr lang="en-IN" sz="2200" dirty="0"/>
              <a:t>To monitor bookings and crowd levels effectively.</a:t>
            </a:r>
          </a:p>
          <a:p>
            <a:pPr marL="342900" indent="-342900">
              <a:buFont typeface="Arial" panose="020B0604020202020204" pitchFamily="34" charset="0"/>
              <a:buChar char="•"/>
            </a:pPr>
            <a:r>
              <a:rPr lang="en-IN" sz="2200" dirty="0"/>
              <a:t>To use suitable Data Structures and Algorithms for efficient event searching and management.</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5" name="Picture 4">
            <a:extLst>
              <a:ext uri="{FF2B5EF4-FFF2-40B4-BE49-F238E27FC236}">
                <a16:creationId xmlns:a16="http://schemas.microsoft.com/office/drawing/2014/main" id="{D8CCE6AC-A875-1542-4846-CF2EECD6F92D}"/>
              </a:ext>
            </a:extLst>
          </p:cNvPr>
          <p:cNvPicPr>
            <a:picLocks noChangeAspect="1"/>
          </p:cNvPicPr>
          <p:nvPr/>
        </p:nvPicPr>
        <p:blipFill>
          <a:blip r:embed="rId2"/>
          <a:stretch>
            <a:fillRect/>
          </a:stretch>
        </p:blipFill>
        <p:spPr>
          <a:xfrm>
            <a:off x="3527611" y="1086338"/>
            <a:ext cx="5136777" cy="504092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5" name="TextBox 4">
            <a:extLst>
              <a:ext uri="{FF2B5EF4-FFF2-40B4-BE49-F238E27FC236}">
                <a16:creationId xmlns:a16="http://schemas.microsoft.com/office/drawing/2014/main" id="{F474C68B-2E36-EE04-A2E3-EFBC8717F917}"/>
              </a:ext>
            </a:extLst>
          </p:cNvPr>
          <p:cNvSpPr txBox="1"/>
          <p:nvPr/>
        </p:nvSpPr>
        <p:spPr>
          <a:xfrm>
            <a:off x="1000368" y="1267326"/>
            <a:ext cx="9409723" cy="3908762"/>
          </a:xfrm>
          <a:prstGeom prst="rect">
            <a:avLst/>
          </a:prstGeom>
          <a:noFill/>
        </p:spPr>
        <p:txBody>
          <a:bodyPr wrap="square">
            <a:spAutoFit/>
          </a:bodyPr>
          <a:lstStyle/>
          <a:p>
            <a:endParaRPr lang="en-IN" dirty="0"/>
          </a:p>
          <a:p>
            <a:pPr marL="342900" indent="-342900">
              <a:buFont typeface="Arial" panose="020B0604020202020204" pitchFamily="34" charset="0"/>
              <a:buChar char="•"/>
            </a:pPr>
            <a:r>
              <a:rPr lang="en-IN" sz="2300" dirty="0"/>
              <a:t>The Event Management System was successfully designed to manage events digitally and efficiently.</a:t>
            </a:r>
          </a:p>
          <a:p>
            <a:pPr marL="342900" indent="-342900">
              <a:buFont typeface="Arial" panose="020B0604020202020204" pitchFamily="34" charset="0"/>
              <a:buChar char="•"/>
            </a:pPr>
            <a:r>
              <a:rPr lang="en-IN" sz="2300" dirty="0"/>
              <a:t> Users can view event details, select and book events, and check ticket availability.</a:t>
            </a:r>
          </a:p>
          <a:p>
            <a:pPr marL="342900" indent="-342900">
              <a:buFont typeface="Arial" panose="020B0604020202020204" pitchFamily="34" charset="0"/>
              <a:buChar char="•"/>
            </a:pPr>
            <a:r>
              <a:rPr lang="en-IN" sz="2300" dirty="0"/>
              <a:t> The system helps manage bookings, participant information, and event schedules.</a:t>
            </a:r>
          </a:p>
          <a:p>
            <a:pPr marL="342900" indent="-342900">
              <a:buFont typeface="Arial" panose="020B0604020202020204" pitchFamily="34" charset="0"/>
              <a:buChar char="•"/>
            </a:pPr>
            <a:r>
              <a:rPr lang="en-IN" sz="2300" dirty="0"/>
              <a:t> Crowd levels are updated based on the number of bookings. The system reduces manual work and helps avoid scheduling conflicts.</a:t>
            </a:r>
          </a:p>
          <a:p>
            <a:pPr marL="342900" indent="-342900">
              <a:buFont typeface="Arial" panose="020B0604020202020204" pitchFamily="34" charset="0"/>
              <a:buChar char="•"/>
            </a:pPr>
            <a:r>
              <a:rPr lang="en-IN" sz="2300" dirty="0"/>
              <a:t> Overall, the system provides a simple, organized, and user-friendly event management experience.</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5" name="TextBox 4">
            <a:extLst>
              <a:ext uri="{FF2B5EF4-FFF2-40B4-BE49-F238E27FC236}">
                <a16:creationId xmlns:a16="http://schemas.microsoft.com/office/drawing/2014/main" id="{C998B868-D38B-A0B5-2BBA-235BF007134D}"/>
              </a:ext>
            </a:extLst>
          </p:cNvPr>
          <p:cNvSpPr txBox="1"/>
          <p:nvPr/>
        </p:nvSpPr>
        <p:spPr>
          <a:xfrm>
            <a:off x="1473921" y="1318572"/>
            <a:ext cx="6096000" cy="4693593"/>
          </a:xfrm>
          <a:prstGeom prst="rect">
            <a:avLst/>
          </a:prstGeom>
          <a:noFill/>
        </p:spPr>
        <p:txBody>
          <a:bodyPr wrap="square">
            <a:spAutoFit/>
          </a:bodyPr>
          <a:lstStyle/>
          <a:p>
            <a:r>
              <a:rPr lang="en-IN" sz="2300" dirty="0"/>
              <a:t>Hardware Requirements:</a:t>
            </a:r>
          </a:p>
          <a:p>
            <a:r>
              <a:rPr lang="en-IN" sz="2300" dirty="0"/>
              <a:t>Computer/Laptop with minimum 4 GB RAM</a:t>
            </a:r>
          </a:p>
          <a:p>
            <a:r>
              <a:rPr lang="en-IN" sz="2300" dirty="0"/>
              <a:t>Intel i3 processor or above</a:t>
            </a:r>
          </a:p>
          <a:p>
            <a:r>
              <a:rPr lang="en-IN" sz="2300" dirty="0"/>
              <a:t>Minimum 10 GB free storage</a:t>
            </a:r>
          </a:p>
          <a:p>
            <a:r>
              <a:rPr lang="en-IN" sz="2300" dirty="0"/>
              <a:t>Internet connection</a:t>
            </a:r>
          </a:p>
          <a:p>
            <a:endParaRPr lang="en-IN" sz="2300" dirty="0"/>
          </a:p>
          <a:p>
            <a:r>
              <a:rPr lang="en-IN" sz="2300" dirty="0"/>
              <a:t>Software Requirements:</a:t>
            </a:r>
          </a:p>
          <a:p>
            <a:r>
              <a:rPr lang="en-IN" sz="2300" dirty="0"/>
              <a:t>Operating System: Windows 10/11 or Ubuntu</a:t>
            </a:r>
          </a:p>
          <a:p>
            <a:r>
              <a:rPr lang="en-IN" sz="2300" dirty="0"/>
              <a:t>Frontend: HTML, CSS, JavaScript</a:t>
            </a:r>
          </a:p>
          <a:p>
            <a:r>
              <a:rPr lang="en-IN" sz="2300" dirty="0"/>
              <a:t>Backend: Node.js</a:t>
            </a:r>
          </a:p>
          <a:p>
            <a:r>
              <a:rPr lang="en-IN" sz="2300" dirty="0"/>
              <a:t>Database: MySQL</a:t>
            </a:r>
          </a:p>
          <a:p>
            <a:r>
              <a:rPr lang="en-IN" sz="2300" dirty="0"/>
              <a:t>Code Editor: VS Code</a:t>
            </a:r>
          </a:p>
          <a:p>
            <a:r>
              <a:rPr lang="en-IN" sz="2300" dirty="0"/>
              <a:t>Web Browser: Google Chrome</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5" name="TextBox 4">
            <a:extLst>
              <a:ext uri="{FF2B5EF4-FFF2-40B4-BE49-F238E27FC236}">
                <a16:creationId xmlns:a16="http://schemas.microsoft.com/office/drawing/2014/main" id="{75421A63-FD5D-3322-D287-457322AD6B69}"/>
              </a:ext>
            </a:extLst>
          </p:cNvPr>
          <p:cNvSpPr txBox="1"/>
          <p:nvPr/>
        </p:nvSpPr>
        <p:spPr>
          <a:xfrm>
            <a:off x="1055076" y="1225970"/>
            <a:ext cx="10339755" cy="4616648"/>
          </a:xfrm>
          <a:prstGeom prst="rect">
            <a:avLst/>
          </a:prstGeom>
          <a:noFill/>
        </p:spPr>
        <p:txBody>
          <a:bodyPr wrap="square">
            <a:spAutoFit/>
          </a:bodyPr>
          <a:lstStyle/>
          <a:p>
            <a:endParaRPr lang="en-IN" dirty="0"/>
          </a:p>
          <a:p>
            <a:pPr marL="342900" indent="-342900">
              <a:buFont typeface="Arial" panose="020B0604020202020204" pitchFamily="34" charset="0"/>
              <a:buChar char="•"/>
            </a:pPr>
            <a:r>
              <a:rPr lang="en-IN" sz="2300" dirty="0"/>
              <a:t>The Event Management System provides an efficient and organized way to manage events digitally. </a:t>
            </a:r>
          </a:p>
          <a:p>
            <a:pPr marL="342900" indent="-342900">
              <a:buFont typeface="Arial" panose="020B0604020202020204" pitchFamily="34" charset="0"/>
              <a:buChar char="•"/>
            </a:pPr>
            <a:r>
              <a:rPr lang="en-IN" sz="2300" dirty="0"/>
              <a:t>It allows users to view events, check crowd levels, create schedules, and plan routes easily.</a:t>
            </a:r>
          </a:p>
          <a:p>
            <a:pPr marL="342900" indent="-342900">
              <a:buFont typeface="Arial" panose="020B0604020202020204" pitchFamily="34" charset="0"/>
              <a:buChar char="•"/>
            </a:pPr>
            <a:r>
              <a:rPr lang="en-IN" sz="2300" dirty="0"/>
              <a:t> The system helps organizers manage event details and monitor bookings effectively. </a:t>
            </a:r>
          </a:p>
          <a:p>
            <a:pPr marL="342900" indent="-342900">
              <a:buFont typeface="Arial" panose="020B0604020202020204" pitchFamily="34" charset="0"/>
              <a:buChar char="•"/>
            </a:pPr>
            <a:r>
              <a:rPr lang="en-IN" sz="2300" dirty="0"/>
              <a:t>DSA concepts such as AVL Trees, Graphs, Heaps, and Greedy Algorithms improve the system's efficiency.</a:t>
            </a:r>
          </a:p>
          <a:p>
            <a:pPr marL="342900" indent="-342900">
              <a:buFont typeface="Arial" panose="020B0604020202020204" pitchFamily="34" charset="0"/>
              <a:buChar char="•"/>
            </a:pPr>
            <a:r>
              <a:rPr lang="en-IN" sz="2300" dirty="0"/>
              <a:t> It reduces manual work, avoids scheduling conflicts, and improves the overall event experience. </a:t>
            </a:r>
          </a:p>
          <a:p>
            <a:pPr marL="342900" indent="-342900">
              <a:buFont typeface="Arial" panose="020B0604020202020204" pitchFamily="34" charset="0"/>
              <a:buChar char="•"/>
            </a:pPr>
            <a:r>
              <a:rPr lang="en-IN" sz="2300" dirty="0"/>
              <a:t>Thus, the system provides a smart and effective solution for modern event management.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a:extLst>
              <a:ext uri="{FF2B5EF4-FFF2-40B4-BE49-F238E27FC236}">
                <a16:creationId xmlns:a16="http://schemas.microsoft.com/office/drawing/2014/main" id="{984D7B68-1349-9028-1A38-4F75E1520CC5}"/>
              </a:ext>
            </a:extLst>
          </p:cNvPr>
          <p:cNvSpPr txBox="1"/>
          <p:nvPr/>
        </p:nvSpPr>
        <p:spPr>
          <a:xfrm>
            <a:off x="1062892" y="1680675"/>
            <a:ext cx="8289281" cy="3277820"/>
          </a:xfrm>
          <a:prstGeom prst="rect">
            <a:avLst/>
          </a:prstGeom>
          <a:noFill/>
        </p:spPr>
        <p:txBody>
          <a:bodyPr wrap="square">
            <a:spAutoFit/>
          </a:bodyPr>
          <a:lstStyle/>
          <a:p>
            <a:pPr marL="342900" indent="-342900">
              <a:buFont typeface="Arial" panose="020B0604020202020204" pitchFamily="34" charset="0"/>
              <a:buChar char="•"/>
            </a:pPr>
            <a:r>
              <a:rPr lang="en-IN" sz="2300" dirty="0"/>
              <a:t>AI-based event recommendations can be added based on user interests.</a:t>
            </a:r>
          </a:p>
          <a:p>
            <a:pPr marL="342900" indent="-342900">
              <a:buFont typeface="Arial" panose="020B0604020202020204" pitchFamily="34" charset="0"/>
              <a:buChar char="•"/>
            </a:pPr>
            <a:r>
              <a:rPr lang="en-IN" sz="2300" dirty="0"/>
              <a:t>Real-time crowd monitoring can be implemented using IoT sensors.</a:t>
            </a:r>
          </a:p>
          <a:p>
            <a:pPr marL="342900" indent="-342900">
              <a:buFont typeface="Arial" panose="020B0604020202020204" pitchFamily="34" charset="0"/>
              <a:buChar char="•"/>
            </a:pPr>
            <a:r>
              <a:rPr lang="en-IN" sz="2300" dirty="0"/>
              <a:t>Online payment gateways can be integrated for ticket booking.</a:t>
            </a:r>
          </a:p>
          <a:p>
            <a:pPr marL="342900" indent="-342900">
              <a:buFont typeface="Arial" panose="020B0604020202020204" pitchFamily="34" charset="0"/>
              <a:buChar char="•"/>
            </a:pPr>
            <a:r>
              <a:rPr lang="en-IN" sz="2300" dirty="0"/>
              <a:t>QR-code-based digital tickets can be introduced for faster entry.</a:t>
            </a:r>
          </a:p>
          <a:p>
            <a:pPr marL="342900" indent="-342900">
              <a:buFont typeface="Arial" panose="020B0604020202020204" pitchFamily="34" charset="0"/>
              <a:buChar char="•"/>
            </a:pPr>
            <a:r>
              <a:rPr lang="en-IN" sz="2300" dirty="0"/>
              <a:t>A mobile application can be developed for easy event access.</a:t>
            </a:r>
          </a:p>
          <a:p>
            <a:pPr marL="342900" indent="-342900">
              <a:buFont typeface="Arial" panose="020B0604020202020204" pitchFamily="34" charset="0"/>
              <a:buChar char="•"/>
            </a:pPr>
            <a:r>
              <a:rPr lang="en-IN" sz="2300" dirty="0"/>
              <a:t>Data analytics can be used to predict event popularity and improve future event planning.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794</Words>
  <Application>Microsoft Office PowerPoint</Application>
  <PresentationFormat>Widescreen</PresentationFormat>
  <Paragraphs>86</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       Data Structures and Algorithms -3 (25CS2103E)  Title of the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poojitha reddy</cp:lastModifiedBy>
  <cp:revision>20</cp:revision>
  <dcterms:created xsi:type="dcterms:W3CDTF">2024-08-29T05:25:00Z</dcterms:created>
  <dcterms:modified xsi:type="dcterms:W3CDTF">2026-09-12T06:57:10Z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